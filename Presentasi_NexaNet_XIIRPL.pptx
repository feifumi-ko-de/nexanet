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NEXANET  /  PROJECT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01400" y="256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7B5"/>
                </a:solidFill>
              </a:rPr>
              <a:t>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3F5F7"/>
                </a:solidFill>
              </a:rPr>
              <a:t>NEXANET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D54A"/>
                </a:solidFill>
              </a:rPr>
              <a:t>Sistem Reservasi Warnet Berbasis Web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28800" y="315468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BA7B5"/>
                </a:solidFill>
              </a:rPr>
              <a:t>Pesan PC dulu. Datang, bayar cash, langsung main.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52120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5F7"/>
                </a:solidFill>
              </a:rPr>
              <a:t>Nama: [ISI]   |   Kelas: XII RPL   |   NIS: [ISI]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NEXANET  /  PROJECT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01400" y="256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7B5"/>
                </a:solidFill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5F7"/>
                </a:solidFill>
              </a:rPr>
              <a:t>Masalah yang Ingin Diselesaikan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12648" y="15727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7B5"/>
                </a:solidFill>
              </a:rPr>
              <a:t>Kondisi pelanggan dan pengelola warnet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450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A"/>
                </a:solidFill>
              </a:rPr>
              <a:t>MASALAH 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880360"/>
            <a:ext cx="29809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Pelanggan tidak tahu apakah PC yang diinginkan masih tersedia saat berangkat ke warnet.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7408" y="228600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2450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A"/>
                </a:solidFill>
              </a:rPr>
              <a:t>MASALAH 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08576" y="2880360"/>
            <a:ext cx="29809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Antrean atau pencatatan reservasi manual dapat menimbulkan bentrok jadwal.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74736" y="228600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450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A"/>
                </a:solidFill>
              </a:rPr>
              <a:t>MASALAH 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75904" y="2880360"/>
            <a:ext cx="29809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Admin membutuhkan data reservasi yang rapi untuk mengelola PC dan pembayaran.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NEXANET  /  PROJECT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01400" y="256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7B5"/>
                </a:solidFill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5F7"/>
                </a:solidFill>
              </a:rPr>
              <a:t>Solusi NexaNet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12648" y="15727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7B5"/>
                </a:solidFill>
              </a:rPr>
              <a:t>Reservasi online, pembayaran tetap cash di lokasi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029200" cy="2926080"/>
          </a:xfrm>
          <a:prstGeom prst="roundRect">
            <a:avLst>
              <a:gd name="adj" fmla="val 3750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59152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A"/>
                </a:solidFill>
              </a:rPr>
              <a:t>PELANGGAN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788920"/>
            <a:ext cx="46268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Pilih PC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Pilih tanggal + jam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Pilih durasi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Dapat kode booking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Datang dan bayar CASH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2194560"/>
            <a:ext cx="5029200" cy="2926080"/>
          </a:xfrm>
          <a:prstGeom prst="roundRect">
            <a:avLst>
              <a:gd name="adj" fmla="val 3750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2359152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A"/>
                </a:solidFill>
              </a:rPr>
              <a:t>ADMIN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56248" y="2788920"/>
            <a:ext cx="46268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Login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CRUD PC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CRUD tarif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Kelola reservasi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Tandai PAID setelah menerima cash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CONFIRMED -&gt; COMPLETED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NEXANET  /  PROJECT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01400" y="256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7B5"/>
                </a:solidFill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5F7"/>
                </a:solidFill>
              </a:rPr>
              <a:t>Alur Sistem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12648" y="15727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7B5"/>
                </a:solidFill>
              </a:rPr>
              <a:t>Dari booking sampai selesai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651760"/>
            <a:ext cx="1188720" cy="777240"/>
          </a:xfrm>
          <a:prstGeom prst="roundRect">
            <a:avLst>
              <a:gd name="adj" fmla="val 11765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895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5F7"/>
                </a:solidFill>
              </a:rPr>
              <a:t>Website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01368" y="285292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</a:rPr>
              <a:t>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93392" y="2651760"/>
            <a:ext cx="1188720" cy="777240"/>
          </a:xfrm>
          <a:prstGeom prst="roundRect">
            <a:avLst>
              <a:gd name="adj" fmla="val 11765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39112" y="28895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5F7"/>
                </a:solidFill>
              </a:rPr>
              <a:t>Pilih PC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85292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</a:rPr>
              <a:t>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92424" y="2651760"/>
            <a:ext cx="1188720" cy="777240"/>
          </a:xfrm>
          <a:prstGeom prst="roundRect">
            <a:avLst>
              <a:gd name="adj" fmla="val 11765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8144" y="28895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5F7"/>
                </a:solidFill>
              </a:rPr>
              <a:t>Pilih waktu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99432" y="285292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</a:rPr>
              <a:t>&gt;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91456" y="2651760"/>
            <a:ext cx="1188720" cy="777240"/>
          </a:xfrm>
          <a:prstGeom prst="roundRect">
            <a:avLst>
              <a:gd name="adj" fmla="val 11765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28895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5F7"/>
                </a:solidFill>
              </a:rPr>
              <a:t>Cek bentrok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98464" y="285292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</a:rPr>
              <a:t>&gt;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0488" y="2651760"/>
            <a:ext cx="1188720" cy="777240"/>
          </a:xfrm>
          <a:prstGeom prst="roundRect">
            <a:avLst>
              <a:gd name="adj" fmla="val 11765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28895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5F7"/>
                </a:solidFill>
              </a:rPr>
              <a:t>Simpan + kode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97496" y="285292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</a:rPr>
              <a:t>&gt;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589520" y="2651760"/>
            <a:ext cx="1188720" cy="777240"/>
          </a:xfrm>
          <a:prstGeom prst="roundRect">
            <a:avLst>
              <a:gd name="adj" fmla="val 11765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28895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5F7"/>
                </a:solidFill>
              </a:rPr>
              <a:t>Datang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96528" y="285292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</a:rPr>
              <a:t>&gt;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988552" y="2651760"/>
            <a:ext cx="1188720" cy="777240"/>
          </a:xfrm>
          <a:prstGeom prst="roundRect">
            <a:avLst>
              <a:gd name="adj" fmla="val 11765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34272" y="28895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5F7"/>
                </a:solidFill>
              </a:rPr>
              <a:t>Cash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195560" y="285292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</a:rPr>
              <a:t>&gt;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387584" y="2651760"/>
            <a:ext cx="1188720" cy="777240"/>
          </a:xfrm>
          <a:prstGeom prst="roundRect">
            <a:avLst>
              <a:gd name="adj" fmla="val 11765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33304" y="28895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5F7"/>
                </a:solidFill>
              </a:rPr>
              <a:t>Main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42062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54A"/>
                </a:solidFill>
              </a:rPr>
              <a:t>Status transaksi: PENDING -&gt; CONFIRMED -&gt; COMPLETED / CANCELLED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NEXANET  /  PROJECT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01400" y="256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7B5"/>
                </a:solidFill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5F7"/>
                </a:solidFill>
              </a:rPr>
              <a:t>Fitur &amp; Teknologi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12648" y="15727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7B5"/>
                </a:solidFill>
              </a:rPr>
              <a:t>Implementasi RPL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1343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A"/>
                </a:solidFill>
              </a:rPr>
              <a:t>FITUR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743200"/>
            <a:ext cx="48097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- Reservasi tanpa login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- Cek bentrok jadwal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- Kode booking otomatis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- Cek status booking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- CRUD PC, tarif, reservasi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- Payment status CASH / PAID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214884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231343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A"/>
                </a:solidFill>
              </a:rPr>
              <a:t>STACK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56248" y="2743200"/>
            <a:ext cx="48097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Node.js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Express.js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EJS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MySQL / SQL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CSS + JavaScript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VS Code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NEXANET  /  PROJECT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01400" y="256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7B5"/>
                </a:solidFill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5F7"/>
                </a:solidFill>
              </a:rPr>
              <a:t>Target Pasar &amp; Survei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12648" y="15727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7B5"/>
                </a:solidFill>
              </a:rPr>
              <a:t>Bagian ini wajib memakai data asli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1343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A"/>
                </a:solidFill>
              </a:rPr>
              <a:t>TARGET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743200"/>
            <a:ext cx="48097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Pelajar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Mahasiswa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Gamer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Pengguna yang membutuhkan PC / internet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214884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231343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A"/>
                </a:solidFill>
              </a:rPr>
              <a:t>SURVEI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56248" y="2743200"/>
            <a:ext cx="48097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Minimal 20 responden asli.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[ISI jumlah responden]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[ISI grafik minat reservasi]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[ISI grafik harga wajar]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[ISI kesimpulan]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NEXANET  /  PROJECT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01400" y="256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7B5"/>
                </a:solidFill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5F7"/>
                </a:solidFill>
              </a:rPr>
              <a:t>Strategi 4P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12648" y="15727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7B5"/>
                </a:solidFill>
              </a:rPr>
              <a:t>Cara produk dipasarkan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1343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A"/>
                </a:solidFill>
              </a:rPr>
              <a:t>PRODUCT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743200"/>
            <a:ext cx="21122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Warnet + reservasi web + kode booking + cash di lokasi.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64992" y="214884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31343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A"/>
                </a:solidFill>
              </a:rPr>
              <a:t>PRICE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743200"/>
            <a:ext cx="21122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[ISI harga final berdasarkan survei dan pesaing lokal]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80760" y="214884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231343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A"/>
                </a:solidFill>
              </a:rPr>
              <a:t>PLACE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81928" y="2743200"/>
            <a:ext cx="21122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Lokasi fisik warnet + website reservasi.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796528" y="214884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97696" y="231343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A"/>
                </a:solidFill>
              </a:rPr>
              <a:t>PROMOTION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97696" y="2743200"/>
            <a:ext cx="21122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Media sosial, poster, QR/link reservasi, referral, promo pembukaan.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NEXANET  /  PROJECT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01400" y="256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7B5"/>
                </a:solidFill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5F7"/>
                </a:solidFill>
              </a:rPr>
              <a:t>Keuangan &amp; BEP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12648" y="15727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7B5"/>
                </a:solidFill>
              </a:rPr>
              <a:t>Gunakan angka nyata sebelum presentasi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1343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A"/>
                </a:solidFill>
              </a:rPr>
              <a:t>CONTOH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743200"/>
            <a:ext cx="48097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Biaya tetap: Rp3.250.000/bulan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Variabel: Rp2.000/jam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Produksi: 1.500 jam/bulan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HPP: Rp4.166,67/jam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Harga jual contoh: Rp7.000/jam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214884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171C2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231343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A"/>
                </a:solidFill>
              </a:rPr>
              <a:t>BEP CONTOH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56248" y="2743200"/>
            <a:ext cx="48097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BEP unit = 650 jam/bulan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BEP rupiah = Rp4.550.000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</a:rPr>
              <a:t>Ganti dengan angka nyata di spreadsheet. Jangan klaim contoh sebagai data asli.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NEXANET  /  PROJECT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01400" y="256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7B5"/>
                </a:solidFill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5F7"/>
                </a:solidFill>
              </a:rPr>
              <a:t>Penutup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12648" y="15727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7B5"/>
                </a:solidFill>
              </a:rPr>
              <a:t>Kenapa NexaNet layak?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10149840" cy="12344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3F5F7"/>
                </a:solidFill>
              </a:rPr>
              <a:t>NexaNet memanfaatkan keahlian RPL untuk membuat proses reservasi lebih terstruktur tanpa mengubah pola pembayaran cash di warnet. Pelanggan mendapat kepastian jadwal, sedangkan admin mendapat pencatatan dan CRUD yang lebih rapi.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28800" y="47548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54A"/>
                </a:solidFill>
              </a:rPr>
              <a:t>Terima kasih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NexaNet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NexaNet - Sistem Reservasi Warnet</dc:title>
  <dc:subject>Project 3 PKWU XII RPL</dc:subject>
  <dc:creator>NexaNet</dc:creator>
  <cp:lastModifiedBy>NexaNet</cp:lastModifiedBy>
  <cp:revision>1</cp:revision>
  <dcterms:created xsi:type="dcterms:W3CDTF">2026-10-04T09:20:02Z</dcterms:created>
  <dcterms:modified xsi:type="dcterms:W3CDTF">2026-10-04T09:20:02Z</dcterms:modified>
</cp:coreProperties>
</file>